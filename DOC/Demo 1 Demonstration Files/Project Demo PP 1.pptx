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60"/>
  </p:normalViewPr>
  <p:slideViewPr>
    <p:cSldViewPr snapToGrid="0">
      <p:cViewPr varScale="1">
        <p:scale>
          <a:sx n="102" d="100"/>
          <a:sy n="102" d="100"/>
        </p:scale>
        <p:origin x="91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596AD-5352-7855-7169-B890B787B8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080558-975D-DB8A-2499-7056027686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2D1301-D9EF-578E-6FDF-1C84AA4C1F96}"/>
              </a:ext>
            </a:extLst>
          </p:cNvPr>
          <p:cNvSpPr>
            <a:spLocks noGrp="1"/>
          </p:cNvSpPr>
          <p:nvPr>
            <p:ph type="dt" sz="half" idx="10"/>
          </p:nvPr>
        </p:nvSpPr>
        <p:spPr/>
        <p:txBody>
          <a:bodyPr/>
          <a:lstStyle/>
          <a:p>
            <a:fld id="{D9802D11-CF44-4245-8481-6C6B27D4E5F4}" type="datetimeFigureOut">
              <a:rPr lang="en-US" smtClean="0"/>
              <a:t>4/11/2025</a:t>
            </a:fld>
            <a:endParaRPr lang="en-US"/>
          </a:p>
        </p:txBody>
      </p:sp>
      <p:sp>
        <p:nvSpPr>
          <p:cNvPr id="5" name="Footer Placeholder 4">
            <a:extLst>
              <a:ext uri="{FF2B5EF4-FFF2-40B4-BE49-F238E27FC236}">
                <a16:creationId xmlns:a16="http://schemas.microsoft.com/office/drawing/2014/main" id="{818FBD49-A8D7-9E80-969A-878D24FE1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1C9DB8-B7A2-9A03-184B-D1DA79CDE51C}"/>
              </a:ext>
            </a:extLst>
          </p:cNvPr>
          <p:cNvSpPr>
            <a:spLocks noGrp="1"/>
          </p:cNvSpPr>
          <p:nvPr>
            <p:ph type="sldNum" sz="quarter" idx="12"/>
          </p:nvPr>
        </p:nvSpPr>
        <p:spPr/>
        <p:txBody>
          <a:bodyPr/>
          <a:lstStyle/>
          <a:p>
            <a:fld id="{3329962A-4E6C-477B-9FC6-479606641CBD}" type="slidenum">
              <a:rPr lang="en-US" smtClean="0"/>
              <a:t>‹#›</a:t>
            </a:fld>
            <a:endParaRPr lang="en-US"/>
          </a:p>
        </p:txBody>
      </p:sp>
    </p:spTree>
    <p:extLst>
      <p:ext uri="{BB962C8B-B14F-4D97-AF65-F5344CB8AC3E}">
        <p14:creationId xmlns:p14="http://schemas.microsoft.com/office/powerpoint/2010/main" val="2322327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A85B7-C969-DE3C-DA78-984D7D7E52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B97473-A5DE-6F0C-E6C6-7A013C31C1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115D26-2D3B-BD14-ACC1-789C7CC858E9}"/>
              </a:ext>
            </a:extLst>
          </p:cNvPr>
          <p:cNvSpPr>
            <a:spLocks noGrp="1"/>
          </p:cNvSpPr>
          <p:nvPr>
            <p:ph type="dt" sz="half" idx="10"/>
          </p:nvPr>
        </p:nvSpPr>
        <p:spPr/>
        <p:txBody>
          <a:bodyPr/>
          <a:lstStyle/>
          <a:p>
            <a:fld id="{D9802D11-CF44-4245-8481-6C6B27D4E5F4}" type="datetimeFigureOut">
              <a:rPr lang="en-US" smtClean="0"/>
              <a:t>4/11/2025</a:t>
            </a:fld>
            <a:endParaRPr lang="en-US"/>
          </a:p>
        </p:txBody>
      </p:sp>
      <p:sp>
        <p:nvSpPr>
          <p:cNvPr id="5" name="Footer Placeholder 4">
            <a:extLst>
              <a:ext uri="{FF2B5EF4-FFF2-40B4-BE49-F238E27FC236}">
                <a16:creationId xmlns:a16="http://schemas.microsoft.com/office/drawing/2014/main" id="{84CD88CF-8A16-863D-CCF5-0BEE7359E3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CB9177-3F3C-E79C-E194-C4890982FF3F}"/>
              </a:ext>
            </a:extLst>
          </p:cNvPr>
          <p:cNvSpPr>
            <a:spLocks noGrp="1"/>
          </p:cNvSpPr>
          <p:nvPr>
            <p:ph type="sldNum" sz="quarter" idx="12"/>
          </p:nvPr>
        </p:nvSpPr>
        <p:spPr/>
        <p:txBody>
          <a:bodyPr/>
          <a:lstStyle/>
          <a:p>
            <a:fld id="{3329962A-4E6C-477B-9FC6-479606641CBD}" type="slidenum">
              <a:rPr lang="en-US" smtClean="0"/>
              <a:t>‹#›</a:t>
            </a:fld>
            <a:endParaRPr lang="en-US"/>
          </a:p>
        </p:txBody>
      </p:sp>
    </p:spTree>
    <p:extLst>
      <p:ext uri="{BB962C8B-B14F-4D97-AF65-F5344CB8AC3E}">
        <p14:creationId xmlns:p14="http://schemas.microsoft.com/office/powerpoint/2010/main" val="3398167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2466A-2365-C877-75D0-170482885C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B29DE2-50B0-D98B-CCDE-8F77EB7BBE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FC0DB2-54E1-EC19-22C8-2FA9A8EDEEF0}"/>
              </a:ext>
            </a:extLst>
          </p:cNvPr>
          <p:cNvSpPr>
            <a:spLocks noGrp="1"/>
          </p:cNvSpPr>
          <p:nvPr>
            <p:ph type="dt" sz="half" idx="10"/>
          </p:nvPr>
        </p:nvSpPr>
        <p:spPr/>
        <p:txBody>
          <a:bodyPr/>
          <a:lstStyle/>
          <a:p>
            <a:fld id="{D9802D11-CF44-4245-8481-6C6B27D4E5F4}" type="datetimeFigureOut">
              <a:rPr lang="en-US" smtClean="0"/>
              <a:t>4/11/2025</a:t>
            </a:fld>
            <a:endParaRPr lang="en-US"/>
          </a:p>
        </p:txBody>
      </p:sp>
      <p:sp>
        <p:nvSpPr>
          <p:cNvPr id="5" name="Footer Placeholder 4">
            <a:extLst>
              <a:ext uri="{FF2B5EF4-FFF2-40B4-BE49-F238E27FC236}">
                <a16:creationId xmlns:a16="http://schemas.microsoft.com/office/drawing/2014/main" id="{FE6B8C46-CD6D-D49C-3F18-765489815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2A1E5-75F0-2EC4-A912-F229222F2F46}"/>
              </a:ext>
            </a:extLst>
          </p:cNvPr>
          <p:cNvSpPr>
            <a:spLocks noGrp="1"/>
          </p:cNvSpPr>
          <p:nvPr>
            <p:ph type="sldNum" sz="quarter" idx="12"/>
          </p:nvPr>
        </p:nvSpPr>
        <p:spPr/>
        <p:txBody>
          <a:bodyPr/>
          <a:lstStyle/>
          <a:p>
            <a:fld id="{3329962A-4E6C-477B-9FC6-479606641CBD}" type="slidenum">
              <a:rPr lang="en-US" smtClean="0"/>
              <a:t>‹#›</a:t>
            </a:fld>
            <a:endParaRPr lang="en-US"/>
          </a:p>
        </p:txBody>
      </p:sp>
    </p:spTree>
    <p:extLst>
      <p:ext uri="{BB962C8B-B14F-4D97-AF65-F5344CB8AC3E}">
        <p14:creationId xmlns:p14="http://schemas.microsoft.com/office/powerpoint/2010/main" val="2331577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BF58D-1199-2730-3824-C0C6084E57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F60D09-04E3-CE74-79C8-2181C27804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A61949-55C3-AE93-A82F-A7B9D62C8B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EFDC7A-C999-C6F1-2E68-D65662FEC452}"/>
              </a:ext>
            </a:extLst>
          </p:cNvPr>
          <p:cNvSpPr>
            <a:spLocks noGrp="1"/>
          </p:cNvSpPr>
          <p:nvPr>
            <p:ph type="dt" sz="half" idx="10"/>
          </p:nvPr>
        </p:nvSpPr>
        <p:spPr/>
        <p:txBody>
          <a:bodyPr/>
          <a:lstStyle/>
          <a:p>
            <a:fld id="{D9802D11-CF44-4245-8481-6C6B27D4E5F4}" type="datetimeFigureOut">
              <a:rPr lang="en-US" smtClean="0"/>
              <a:t>4/11/2025</a:t>
            </a:fld>
            <a:endParaRPr lang="en-US"/>
          </a:p>
        </p:txBody>
      </p:sp>
      <p:sp>
        <p:nvSpPr>
          <p:cNvPr id="6" name="Footer Placeholder 5">
            <a:extLst>
              <a:ext uri="{FF2B5EF4-FFF2-40B4-BE49-F238E27FC236}">
                <a16:creationId xmlns:a16="http://schemas.microsoft.com/office/drawing/2014/main" id="{C6E39820-3ED8-CF37-3FB5-9947D90C83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072C0C-B71D-A840-EDC5-F1A8E5C8EE60}"/>
              </a:ext>
            </a:extLst>
          </p:cNvPr>
          <p:cNvSpPr>
            <a:spLocks noGrp="1"/>
          </p:cNvSpPr>
          <p:nvPr>
            <p:ph type="sldNum" sz="quarter" idx="12"/>
          </p:nvPr>
        </p:nvSpPr>
        <p:spPr/>
        <p:txBody>
          <a:bodyPr/>
          <a:lstStyle/>
          <a:p>
            <a:fld id="{3329962A-4E6C-477B-9FC6-479606641CBD}" type="slidenum">
              <a:rPr lang="en-US" smtClean="0"/>
              <a:t>‹#›</a:t>
            </a:fld>
            <a:endParaRPr lang="en-US"/>
          </a:p>
        </p:txBody>
      </p:sp>
    </p:spTree>
    <p:extLst>
      <p:ext uri="{BB962C8B-B14F-4D97-AF65-F5344CB8AC3E}">
        <p14:creationId xmlns:p14="http://schemas.microsoft.com/office/powerpoint/2010/main" val="1525347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E41B-7198-6C69-9F3E-F7225E58EC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69A0B5-9978-3ADD-1A3B-327ADA937D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344E08-CC45-FE9D-6FD5-90A2C1B295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0054F9B-CCE1-8B58-8BE7-71F641E8C9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36A901-4B78-4B6F-8CAC-46171DA6D4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CD62E7-8CEC-F1FF-E89B-E02923A9AC63}"/>
              </a:ext>
            </a:extLst>
          </p:cNvPr>
          <p:cNvSpPr>
            <a:spLocks noGrp="1"/>
          </p:cNvSpPr>
          <p:nvPr>
            <p:ph type="dt" sz="half" idx="10"/>
          </p:nvPr>
        </p:nvSpPr>
        <p:spPr/>
        <p:txBody>
          <a:bodyPr/>
          <a:lstStyle/>
          <a:p>
            <a:fld id="{D9802D11-CF44-4245-8481-6C6B27D4E5F4}" type="datetimeFigureOut">
              <a:rPr lang="en-US" smtClean="0"/>
              <a:t>4/11/2025</a:t>
            </a:fld>
            <a:endParaRPr lang="en-US"/>
          </a:p>
        </p:txBody>
      </p:sp>
      <p:sp>
        <p:nvSpPr>
          <p:cNvPr id="8" name="Footer Placeholder 7">
            <a:extLst>
              <a:ext uri="{FF2B5EF4-FFF2-40B4-BE49-F238E27FC236}">
                <a16:creationId xmlns:a16="http://schemas.microsoft.com/office/drawing/2014/main" id="{0DA013B7-C185-C593-BE40-5DA69A86C9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4138FE-F1DC-82C9-4412-0FEF6DBA6AF8}"/>
              </a:ext>
            </a:extLst>
          </p:cNvPr>
          <p:cNvSpPr>
            <a:spLocks noGrp="1"/>
          </p:cNvSpPr>
          <p:nvPr>
            <p:ph type="sldNum" sz="quarter" idx="12"/>
          </p:nvPr>
        </p:nvSpPr>
        <p:spPr/>
        <p:txBody>
          <a:bodyPr/>
          <a:lstStyle/>
          <a:p>
            <a:fld id="{3329962A-4E6C-477B-9FC6-479606641CBD}" type="slidenum">
              <a:rPr lang="en-US" smtClean="0"/>
              <a:t>‹#›</a:t>
            </a:fld>
            <a:endParaRPr lang="en-US"/>
          </a:p>
        </p:txBody>
      </p:sp>
    </p:spTree>
    <p:extLst>
      <p:ext uri="{BB962C8B-B14F-4D97-AF65-F5344CB8AC3E}">
        <p14:creationId xmlns:p14="http://schemas.microsoft.com/office/powerpoint/2010/main" val="1020239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18CE2-CE56-4A2C-E803-A9EEE9DFB3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D0DE5C-B835-FC20-789A-F543421ADCC3}"/>
              </a:ext>
            </a:extLst>
          </p:cNvPr>
          <p:cNvSpPr>
            <a:spLocks noGrp="1"/>
          </p:cNvSpPr>
          <p:nvPr>
            <p:ph type="dt" sz="half" idx="10"/>
          </p:nvPr>
        </p:nvSpPr>
        <p:spPr/>
        <p:txBody>
          <a:bodyPr/>
          <a:lstStyle/>
          <a:p>
            <a:fld id="{D9802D11-CF44-4245-8481-6C6B27D4E5F4}" type="datetimeFigureOut">
              <a:rPr lang="en-US" smtClean="0"/>
              <a:t>4/11/2025</a:t>
            </a:fld>
            <a:endParaRPr lang="en-US"/>
          </a:p>
        </p:txBody>
      </p:sp>
      <p:sp>
        <p:nvSpPr>
          <p:cNvPr id="4" name="Footer Placeholder 3">
            <a:extLst>
              <a:ext uri="{FF2B5EF4-FFF2-40B4-BE49-F238E27FC236}">
                <a16:creationId xmlns:a16="http://schemas.microsoft.com/office/drawing/2014/main" id="{C4ACD873-FA78-5AB5-9284-E949AFF96F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C977C0-8E15-779A-416F-ACBF65E3A51F}"/>
              </a:ext>
            </a:extLst>
          </p:cNvPr>
          <p:cNvSpPr>
            <a:spLocks noGrp="1"/>
          </p:cNvSpPr>
          <p:nvPr>
            <p:ph type="sldNum" sz="quarter" idx="12"/>
          </p:nvPr>
        </p:nvSpPr>
        <p:spPr/>
        <p:txBody>
          <a:bodyPr/>
          <a:lstStyle/>
          <a:p>
            <a:fld id="{3329962A-4E6C-477B-9FC6-479606641CBD}" type="slidenum">
              <a:rPr lang="en-US" smtClean="0"/>
              <a:t>‹#›</a:t>
            </a:fld>
            <a:endParaRPr lang="en-US"/>
          </a:p>
        </p:txBody>
      </p:sp>
    </p:spTree>
    <p:extLst>
      <p:ext uri="{BB962C8B-B14F-4D97-AF65-F5344CB8AC3E}">
        <p14:creationId xmlns:p14="http://schemas.microsoft.com/office/powerpoint/2010/main" val="2164601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AD346D-A469-9DD4-92F6-F3BC20E94BDD}"/>
              </a:ext>
            </a:extLst>
          </p:cNvPr>
          <p:cNvSpPr>
            <a:spLocks noGrp="1"/>
          </p:cNvSpPr>
          <p:nvPr>
            <p:ph type="dt" sz="half" idx="10"/>
          </p:nvPr>
        </p:nvSpPr>
        <p:spPr/>
        <p:txBody>
          <a:bodyPr/>
          <a:lstStyle/>
          <a:p>
            <a:fld id="{D9802D11-CF44-4245-8481-6C6B27D4E5F4}" type="datetimeFigureOut">
              <a:rPr lang="en-US" smtClean="0"/>
              <a:t>4/11/2025</a:t>
            </a:fld>
            <a:endParaRPr lang="en-US"/>
          </a:p>
        </p:txBody>
      </p:sp>
      <p:sp>
        <p:nvSpPr>
          <p:cNvPr id="3" name="Footer Placeholder 2">
            <a:extLst>
              <a:ext uri="{FF2B5EF4-FFF2-40B4-BE49-F238E27FC236}">
                <a16:creationId xmlns:a16="http://schemas.microsoft.com/office/drawing/2014/main" id="{7C228AA4-8C10-5550-0C7F-C75834DD72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6D6DB0-8C6D-3BD2-F933-DF16ED32444C}"/>
              </a:ext>
            </a:extLst>
          </p:cNvPr>
          <p:cNvSpPr>
            <a:spLocks noGrp="1"/>
          </p:cNvSpPr>
          <p:nvPr>
            <p:ph type="sldNum" sz="quarter" idx="12"/>
          </p:nvPr>
        </p:nvSpPr>
        <p:spPr/>
        <p:txBody>
          <a:bodyPr/>
          <a:lstStyle/>
          <a:p>
            <a:fld id="{3329962A-4E6C-477B-9FC6-479606641CBD}" type="slidenum">
              <a:rPr lang="en-US" smtClean="0"/>
              <a:t>‹#›</a:t>
            </a:fld>
            <a:endParaRPr lang="en-US"/>
          </a:p>
        </p:txBody>
      </p:sp>
    </p:spTree>
    <p:extLst>
      <p:ext uri="{BB962C8B-B14F-4D97-AF65-F5344CB8AC3E}">
        <p14:creationId xmlns:p14="http://schemas.microsoft.com/office/powerpoint/2010/main" val="2271941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89354-F661-39A0-5A81-FF8BA5660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85FF24-BA70-3D38-506D-CA4DE6E7B8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1BF71E-FC4B-5636-477C-DD93AEEB69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41EB3F-F375-14F8-35CA-3356013A27DB}"/>
              </a:ext>
            </a:extLst>
          </p:cNvPr>
          <p:cNvSpPr>
            <a:spLocks noGrp="1"/>
          </p:cNvSpPr>
          <p:nvPr>
            <p:ph type="dt" sz="half" idx="10"/>
          </p:nvPr>
        </p:nvSpPr>
        <p:spPr/>
        <p:txBody>
          <a:bodyPr/>
          <a:lstStyle/>
          <a:p>
            <a:fld id="{D9802D11-CF44-4245-8481-6C6B27D4E5F4}" type="datetimeFigureOut">
              <a:rPr lang="en-US" smtClean="0"/>
              <a:t>4/11/2025</a:t>
            </a:fld>
            <a:endParaRPr lang="en-US"/>
          </a:p>
        </p:txBody>
      </p:sp>
      <p:sp>
        <p:nvSpPr>
          <p:cNvPr id="6" name="Footer Placeholder 5">
            <a:extLst>
              <a:ext uri="{FF2B5EF4-FFF2-40B4-BE49-F238E27FC236}">
                <a16:creationId xmlns:a16="http://schemas.microsoft.com/office/drawing/2014/main" id="{7B1E62E4-FE96-0635-C67F-D30E71DCA6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D18908-0EFB-8C8F-81D5-4B8CD1FD0048}"/>
              </a:ext>
            </a:extLst>
          </p:cNvPr>
          <p:cNvSpPr>
            <a:spLocks noGrp="1"/>
          </p:cNvSpPr>
          <p:nvPr>
            <p:ph type="sldNum" sz="quarter" idx="12"/>
          </p:nvPr>
        </p:nvSpPr>
        <p:spPr/>
        <p:txBody>
          <a:bodyPr/>
          <a:lstStyle/>
          <a:p>
            <a:fld id="{3329962A-4E6C-477B-9FC6-479606641CBD}" type="slidenum">
              <a:rPr lang="en-US" smtClean="0"/>
              <a:t>‹#›</a:t>
            </a:fld>
            <a:endParaRPr lang="en-US"/>
          </a:p>
        </p:txBody>
      </p:sp>
    </p:spTree>
    <p:extLst>
      <p:ext uri="{BB962C8B-B14F-4D97-AF65-F5344CB8AC3E}">
        <p14:creationId xmlns:p14="http://schemas.microsoft.com/office/powerpoint/2010/main" val="2289160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155C3-DB4E-BDD2-2300-8B5346611F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05AEF0-E31D-1B28-C907-AFF657849F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C8BA30-E253-45B3-E88A-AD79D4FE36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081719-8F14-955E-8BBB-3859369B76B7}"/>
              </a:ext>
            </a:extLst>
          </p:cNvPr>
          <p:cNvSpPr>
            <a:spLocks noGrp="1"/>
          </p:cNvSpPr>
          <p:nvPr>
            <p:ph type="dt" sz="half" idx="10"/>
          </p:nvPr>
        </p:nvSpPr>
        <p:spPr/>
        <p:txBody>
          <a:bodyPr/>
          <a:lstStyle/>
          <a:p>
            <a:fld id="{D9802D11-CF44-4245-8481-6C6B27D4E5F4}" type="datetimeFigureOut">
              <a:rPr lang="en-US" smtClean="0"/>
              <a:t>4/11/2025</a:t>
            </a:fld>
            <a:endParaRPr lang="en-US"/>
          </a:p>
        </p:txBody>
      </p:sp>
      <p:sp>
        <p:nvSpPr>
          <p:cNvPr id="6" name="Footer Placeholder 5">
            <a:extLst>
              <a:ext uri="{FF2B5EF4-FFF2-40B4-BE49-F238E27FC236}">
                <a16:creationId xmlns:a16="http://schemas.microsoft.com/office/drawing/2014/main" id="{A0F3B6B9-20A2-AF9D-7051-08F840AE8B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BC658D-F07E-627F-A767-E12B0285F1C8}"/>
              </a:ext>
            </a:extLst>
          </p:cNvPr>
          <p:cNvSpPr>
            <a:spLocks noGrp="1"/>
          </p:cNvSpPr>
          <p:nvPr>
            <p:ph type="sldNum" sz="quarter" idx="12"/>
          </p:nvPr>
        </p:nvSpPr>
        <p:spPr/>
        <p:txBody>
          <a:bodyPr/>
          <a:lstStyle/>
          <a:p>
            <a:fld id="{3329962A-4E6C-477B-9FC6-479606641CBD}" type="slidenum">
              <a:rPr lang="en-US" smtClean="0"/>
              <a:t>‹#›</a:t>
            </a:fld>
            <a:endParaRPr lang="en-US"/>
          </a:p>
        </p:txBody>
      </p:sp>
    </p:spTree>
    <p:extLst>
      <p:ext uri="{BB962C8B-B14F-4D97-AF65-F5344CB8AC3E}">
        <p14:creationId xmlns:p14="http://schemas.microsoft.com/office/powerpoint/2010/main" val="1840412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36945-FCA3-07AC-EA5B-03750E30B7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937B52-6A9C-4A1B-8BB7-45816B93C3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873656-AF9E-1CDE-1D2B-754B9E12E579}"/>
              </a:ext>
            </a:extLst>
          </p:cNvPr>
          <p:cNvSpPr>
            <a:spLocks noGrp="1"/>
          </p:cNvSpPr>
          <p:nvPr>
            <p:ph type="dt" sz="half" idx="10"/>
          </p:nvPr>
        </p:nvSpPr>
        <p:spPr/>
        <p:txBody>
          <a:bodyPr/>
          <a:lstStyle/>
          <a:p>
            <a:fld id="{D9802D11-CF44-4245-8481-6C6B27D4E5F4}" type="datetimeFigureOut">
              <a:rPr lang="en-US" smtClean="0"/>
              <a:t>4/11/2025</a:t>
            </a:fld>
            <a:endParaRPr lang="en-US"/>
          </a:p>
        </p:txBody>
      </p:sp>
      <p:sp>
        <p:nvSpPr>
          <p:cNvPr id="5" name="Footer Placeholder 4">
            <a:extLst>
              <a:ext uri="{FF2B5EF4-FFF2-40B4-BE49-F238E27FC236}">
                <a16:creationId xmlns:a16="http://schemas.microsoft.com/office/drawing/2014/main" id="{EEC0E9A1-FA3F-5DDA-8385-20B689A5D1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7DAAA7-76BE-A8BF-376C-E560AE6744DB}"/>
              </a:ext>
            </a:extLst>
          </p:cNvPr>
          <p:cNvSpPr>
            <a:spLocks noGrp="1"/>
          </p:cNvSpPr>
          <p:nvPr>
            <p:ph type="sldNum" sz="quarter" idx="12"/>
          </p:nvPr>
        </p:nvSpPr>
        <p:spPr/>
        <p:txBody>
          <a:bodyPr/>
          <a:lstStyle/>
          <a:p>
            <a:fld id="{3329962A-4E6C-477B-9FC6-479606641CBD}" type="slidenum">
              <a:rPr lang="en-US" smtClean="0"/>
              <a:t>‹#›</a:t>
            </a:fld>
            <a:endParaRPr lang="en-US"/>
          </a:p>
        </p:txBody>
      </p:sp>
    </p:spTree>
    <p:extLst>
      <p:ext uri="{BB962C8B-B14F-4D97-AF65-F5344CB8AC3E}">
        <p14:creationId xmlns:p14="http://schemas.microsoft.com/office/powerpoint/2010/main" val="440714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ACA8BE-9C8C-9598-53AF-E14B215E55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D803F3-72E3-ABC1-0AF7-D17326B5B9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D26071-B325-E916-7074-1964FF1753C6}"/>
              </a:ext>
            </a:extLst>
          </p:cNvPr>
          <p:cNvSpPr>
            <a:spLocks noGrp="1"/>
          </p:cNvSpPr>
          <p:nvPr>
            <p:ph type="dt" sz="half" idx="10"/>
          </p:nvPr>
        </p:nvSpPr>
        <p:spPr/>
        <p:txBody>
          <a:bodyPr/>
          <a:lstStyle/>
          <a:p>
            <a:fld id="{D9802D11-CF44-4245-8481-6C6B27D4E5F4}" type="datetimeFigureOut">
              <a:rPr lang="en-US" smtClean="0"/>
              <a:t>4/11/2025</a:t>
            </a:fld>
            <a:endParaRPr lang="en-US"/>
          </a:p>
        </p:txBody>
      </p:sp>
      <p:sp>
        <p:nvSpPr>
          <p:cNvPr id="5" name="Footer Placeholder 4">
            <a:extLst>
              <a:ext uri="{FF2B5EF4-FFF2-40B4-BE49-F238E27FC236}">
                <a16:creationId xmlns:a16="http://schemas.microsoft.com/office/drawing/2014/main" id="{C5F9CA6D-3DFB-E101-2EB5-203597444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81542F-7B50-6614-497C-ECC4AE956A34}"/>
              </a:ext>
            </a:extLst>
          </p:cNvPr>
          <p:cNvSpPr>
            <a:spLocks noGrp="1"/>
          </p:cNvSpPr>
          <p:nvPr>
            <p:ph type="sldNum" sz="quarter" idx="12"/>
          </p:nvPr>
        </p:nvSpPr>
        <p:spPr/>
        <p:txBody>
          <a:bodyPr/>
          <a:lstStyle/>
          <a:p>
            <a:fld id="{3329962A-4E6C-477B-9FC6-479606641CBD}" type="slidenum">
              <a:rPr lang="en-US" smtClean="0"/>
              <a:t>‹#›</a:t>
            </a:fld>
            <a:endParaRPr lang="en-US"/>
          </a:p>
        </p:txBody>
      </p:sp>
    </p:spTree>
    <p:extLst>
      <p:ext uri="{BB962C8B-B14F-4D97-AF65-F5344CB8AC3E}">
        <p14:creationId xmlns:p14="http://schemas.microsoft.com/office/powerpoint/2010/main" val="1468516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DC4DBA-1770-3CBA-BDC1-7C2C396FE6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1B706C-6781-40BE-A966-C471BAC40B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CCF186-9E1E-FDDD-6F40-BFB6E38D5B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802D11-CF44-4245-8481-6C6B27D4E5F4}" type="datetimeFigureOut">
              <a:rPr lang="en-US" smtClean="0"/>
              <a:t>4/11/2025</a:t>
            </a:fld>
            <a:endParaRPr lang="en-US"/>
          </a:p>
        </p:txBody>
      </p:sp>
      <p:sp>
        <p:nvSpPr>
          <p:cNvPr id="5" name="Footer Placeholder 4">
            <a:extLst>
              <a:ext uri="{FF2B5EF4-FFF2-40B4-BE49-F238E27FC236}">
                <a16:creationId xmlns:a16="http://schemas.microsoft.com/office/drawing/2014/main" id="{39BD68C9-3498-D21F-CD6A-9091E97E32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BA8745E-346A-3538-C373-13226F079E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29962A-4E6C-477B-9FC6-479606641CBD}" type="slidenum">
              <a:rPr lang="en-US" smtClean="0"/>
              <a:t>‹#›</a:t>
            </a:fld>
            <a:endParaRPr lang="en-US"/>
          </a:p>
        </p:txBody>
      </p:sp>
    </p:spTree>
    <p:extLst>
      <p:ext uri="{BB962C8B-B14F-4D97-AF65-F5344CB8AC3E}">
        <p14:creationId xmlns:p14="http://schemas.microsoft.com/office/powerpoint/2010/main" val="16093517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50E68-F0F7-A388-0578-D18C0A5CF648}"/>
              </a:ext>
            </a:extLst>
          </p:cNvPr>
          <p:cNvSpPr>
            <a:spLocks noGrp="1"/>
          </p:cNvSpPr>
          <p:nvPr>
            <p:ph type="ctrTitle"/>
          </p:nvPr>
        </p:nvSpPr>
        <p:spPr/>
        <p:txBody>
          <a:bodyPr/>
          <a:lstStyle/>
          <a:p>
            <a:r>
              <a:rPr lang="en-US" dirty="0"/>
              <a:t>Project Demo 1</a:t>
            </a:r>
          </a:p>
        </p:txBody>
      </p:sp>
      <p:sp>
        <p:nvSpPr>
          <p:cNvPr id="3" name="Subtitle 2">
            <a:extLst>
              <a:ext uri="{FF2B5EF4-FFF2-40B4-BE49-F238E27FC236}">
                <a16:creationId xmlns:a16="http://schemas.microsoft.com/office/drawing/2014/main" id="{4A3D4D42-247F-81A2-3E4F-11397DFF6A99}"/>
              </a:ext>
            </a:extLst>
          </p:cNvPr>
          <p:cNvSpPr>
            <a:spLocks noGrp="1"/>
          </p:cNvSpPr>
          <p:nvPr>
            <p:ph type="subTitle" idx="1"/>
          </p:nvPr>
        </p:nvSpPr>
        <p:spPr>
          <a:xfrm>
            <a:off x="1524000" y="3602038"/>
            <a:ext cx="9144000" cy="2387600"/>
          </a:xfrm>
        </p:spPr>
        <p:txBody>
          <a:bodyPr>
            <a:normAutofit/>
          </a:bodyPr>
          <a:lstStyle/>
          <a:p>
            <a:r>
              <a:rPr lang="en-US" dirty="0"/>
              <a:t>Team Lead Iain Fehr </a:t>
            </a:r>
            <a:br>
              <a:rPr lang="en-US" dirty="0"/>
            </a:br>
            <a:r>
              <a:rPr lang="en-US" dirty="0"/>
              <a:t>Juan Enriques Mendes</a:t>
            </a:r>
            <a:br>
              <a:rPr lang="en-US" dirty="0"/>
            </a:br>
            <a:r>
              <a:rPr lang="en-US" dirty="0"/>
              <a:t>Angel Escalera Aguirre</a:t>
            </a:r>
            <a:br>
              <a:rPr lang="en-US" dirty="0"/>
            </a:br>
            <a:r>
              <a:rPr lang="en-US" dirty="0"/>
              <a:t> Seth </a:t>
            </a:r>
            <a:r>
              <a:rPr lang="en-US" dirty="0" err="1"/>
              <a:t>Tharo</a:t>
            </a:r>
            <a:r>
              <a:rPr lang="en-US" dirty="0"/>
              <a:t> Hour</a:t>
            </a:r>
            <a:br>
              <a:rPr lang="en-US" dirty="0"/>
            </a:br>
            <a:r>
              <a:rPr lang="en-US" dirty="0"/>
              <a:t>Sinan Abdulraheem</a:t>
            </a:r>
          </a:p>
        </p:txBody>
      </p:sp>
    </p:spTree>
    <p:extLst>
      <p:ext uri="{BB962C8B-B14F-4D97-AF65-F5344CB8AC3E}">
        <p14:creationId xmlns:p14="http://schemas.microsoft.com/office/powerpoint/2010/main" val="3608066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408C8-08E4-C95C-4406-65C624B972F8}"/>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BEF70BE7-6733-8ACB-3964-B0310ECA4B94}"/>
              </a:ext>
            </a:extLst>
          </p:cNvPr>
          <p:cNvSpPr>
            <a:spLocks noGrp="1"/>
          </p:cNvSpPr>
          <p:nvPr>
            <p:ph idx="1"/>
          </p:nvPr>
        </p:nvSpPr>
        <p:spPr/>
        <p:txBody>
          <a:bodyPr>
            <a:normAutofit fontScale="92500" lnSpcReduction="20000"/>
          </a:bodyPr>
          <a:lstStyle/>
          <a:p>
            <a:r>
              <a:rPr lang="en-US" dirty="0"/>
              <a:t>Modern mobile users often experience short periods of idle time—waiting in lines, taking breaks, or commuting—but lack engaging, time-efficient entertainment options. Many mobile games require lengthy sessions, making them unsuitable for quick play, while passive activities like social media scrolling offer little interactivity.</a:t>
            </a:r>
          </a:p>
          <a:p>
            <a:r>
              <a:rPr lang="en-US" dirty="0"/>
              <a:t>Group F is bringing back the beloved card game Triple Triad, reimagined for the modern world. Introducing Triple Tactics: your pocket-sized portal to quick, engaging card battles. Picture this: you're on a short break, waiting in line, or just winding down before bed. Instead of scrolling aimlessly, you pull out your phone or tablet and dive into a fast-paced Triple Tactics match. Each game is designed to last no more than 45 seconds, making it the perfect bite-sized entertainment for those fleeting moments of free time.</a:t>
            </a:r>
          </a:p>
        </p:txBody>
      </p:sp>
    </p:spTree>
    <p:extLst>
      <p:ext uri="{BB962C8B-B14F-4D97-AF65-F5344CB8AC3E}">
        <p14:creationId xmlns:p14="http://schemas.microsoft.com/office/powerpoint/2010/main" val="2843416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CE0DA-6CB8-3A49-5CF8-5AE76D3C010C}"/>
              </a:ext>
            </a:extLst>
          </p:cNvPr>
          <p:cNvSpPr>
            <a:spLocks noGrp="1"/>
          </p:cNvSpPr>
          <p:nvPr>
            <p:ph type="title"/>
          </p:nvPr>
        </p:nvSpPr>
        <p:spPr/>
        <p:txBody>
          <a:bodyPr>
            <a:normAutofit/>
          </a:bodyPr>
          <a:lstStyle/>
          <a:p>
            <a:pPr algn="ctr"/>
            <a:r>
              <a:rPr lang="en-US" sz="3600" b="1" i="0" u="none" strike="noStrike" dirty="0">
                <a:solidFill>
                  <a:srgbClr val="000000"/>
                </a:solidFill>
                <a:effectLst/>
                <a:latin typeface="Arial" panose="020B0604020202020204" pitchFamily="34" charset="0"/>
              </a:rPr>
              <a:t>Business Goals</a:t>
            </a:r>
            <a:endParaRPr lang="en-US" sz="3600" dirty="0"/>
          </a:p>
        </p:txBody>
      </p:sp>
      <p:sp>
        <p:nvSpPr>
          <p:cNvPr id="3" name="Content Placeholder 2">
            <a:extLst>
              <a:ext uri="{FF2B5EF4-FFF2-40B4-BE49-F238E27FC236}">
                <a16:creationId xmlns:a16="http://schemas.microsoft.com/office/drawing/2014/main" id="{E1FCA09F-638C-61EF-27CD-4848BEAA527A}"/>
              </a:ext>
            </a:extLst>
          </p:cNvPr>
          <p:cNvSpPr>
            <a:spLocks noGrp="1"/>
          </p:cNvSpPr>
          <p:nvPr>
            <p:ph idx="1"/>
          </p:nvPr>
        </p:nvSpPr>
        <p:spPr/>
        <p:txBody>
          <a:bodyPr>
            <a:normAutofit/>
          </a:bodyPr>
          <a:lstStyle/>
          <a:p>
            <a:pPr algn="ctr"/>
            <a:r>
              <a:rPr lang="en-US" sz="3200" b="1" i="0" u="none" strike="noStrike" dirty="0">
                <a:solidFill>
                  <a:srgbClr val="000000"/>
                </a:solidFill>
                <a:effectLst/>
                <a:latin typeface="Arial" panose="020B0604020202020204" pitchFamily="34" charset="0"/>
              </a:rPr>
              <a:t>Quick and Engaging Gameplay:</a:t>
            </a:r>
          </a:p>
          <a:p>
            <a:pPr algn="ctr"/>
            <a:r>
              <a:rPr lang="en-US" sz="1800" b="1" dirty="0">
                <a:solidFill>
                  <a:srgbClr val="000000"/>
                </a:solidFill>
                <a:latin typeface="Arial" panose="020B0604020202020204" pitchFamily="34" charset="0"/>
              </a:rPr>
              <a:t>Games should be quick and fast enough to play within any free minute</a:t>
            </a:r>
            <a:endParaRPr lang="en-US" sz="3200" b="1" i="0" u="none" strike="noStrike" dirty="0">
              <a:solidFill>
                <a:srgbClr val="000000"/>
              </a:solidFill>
              <a:effectLst/>
              <a:latin typeface="Arial" panose="020B0604020202020204" pitchFamily="34" charset="0"/>
            </a:endParaRPr>
          </a:p>
          <a:p>
            <a:pPr algn="ctr"/>
            <a:r>
              <a:rPr lang="en-US" sz="3200" b="1" i="0" u="none" strike="noStrike" dirty="0">
                <a:solidFill>
                  <a:srgbClr val="000000"/>
                </a:solidFill>
                <a:effectLst/>
                <a:latin typeface="Arial" panose="020B0604020202020204" pitchFamily="34" charset="0"/>
              </a:rPr>
              <a:t>Collectability</a:t>
            </a:r>
          </a:p>
          <a:p>
            <a:pPr algn="ctr"/>
            <a:r>
              <a:rPr lang="en-US" sz="1800" b="1" i="0" u="none" strike="noStrike" dirty="0">
                <a:solidFill>
                  <a:srgbClr val="000000"/>
                </a:solidFill>
                <a:effectLst/>
                <a:latin typeface="Arial" panose="020B0604020202020204" pitchFamily="34" charset="0"/>
              </a:rPr>
              <a:t>Players should be able to collect and unlock new cards after gameplay</a:t>
            </a:r>
          </a:p>
          <a:p>
            <a:pPr algn="ctr"/>
            <a:r>
              <a:rPr lang="en-US" sz="3200" b="1" i="0" u="none" strike="noStrike" dirty="0">
                <a:solidFill>
                  <a:srgbClr val="000000"/>
                </a:solidFill>
                <a:effectLst/>
                <a:latin typeface="Arial" panose="020B0604020202020204" pitchFamily="34" charset="0"/>
              </a:rPr>
              <a:t>Potential for Expansion</a:t>
            </a:r>
          </a:p>
          <a:p>
            <a:pPr algn="ctr"/>
            <a:r>
              <a:rPr lang="en-US" sz="1800" b="1" dirty="0">
                <a:solidFill>
                  <a:srgbClr val="000000"/>
                </a:solidFill>
                <a:latin typeface="Arial" panose="020B0604020202020204" pitchFamily="34" charset="0"/>
              </a:rPr>
              <a:t>New cards should be able to be added quickly and easily</a:t>
            </a:r>
          </a:p>
          <a:p>
            <a:pPr algn="ctr"/>
            <a:r>
              <a:rPr lang="en-US" sz="3200" b="1" i="0" u="none" strike="noStrike" dirty="0">
                <a:solidFill>
                  <a:srgbClr val="000000"/>
                </a:solidFill>
                <a:effectLst/>
                <a:latin typeface="Arial" panose="020B0604020202020204" pitchFamily="34" charset="0"/>
              </a:rPr>
              <a:t>Accessible Anywhere</a:t>
            </a:r>
          </a:p>
          <a:p>
            <a:pPr algn="ctr"/>
            <a:r>
              <a:rPr lang="en-US" sz="1800" b="1" dirty="0">
                <a:solidFill>
                  <a:srgbClr val="000000"/>
                </a:solidFill>
                <a:latin typeface="Arial" panose="020B0604020202020204" pitchFamily="34" charset="0"/>
              </a:rPr>
              <a:t>Players should be able to play on any platform of their choosing without issue</a:t>
            </a:r>
            <a:endParaRPr lang="en-US" sz="1800" dirty="0"/>
          </a:p>
        </p:txBody>
      </p:sp>
    </p:spTree>
    <p:extLst>
      <p:ext uri="{BB962C8B-B14F-4D97-AF65-F5344CB8AC3E}">
        <p14:creationId xmlns:p14="http://schemas.microsoft.com/office/powerpoint/2010/main" val="2850707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811AD-2827-E963-39EE-2FE191DE4523}"/>
              </a:ext>
            </a:extLst>
          </p:cNvPr>
          <p:cNvSpPr>
            <a:spLocks noGrp="1"/>
          </p:cNvSpPr>
          <p:nvPr>
            <p:ph type="title"/>
          </p:nvPr>
        </p:nvSpPr>
        <p:spPr>
          <a:xfrm>
            <a:off x="838200" y="365125"/>
            <a:ext cx="5257800" cy="1325563"/>
          </a:xfrm>
        </p:spPr>
        <p:txBody>
          <a:bodyPr/>
          <a:lstStyle/>
          <a:p>
            <a:pPr algn="ctr"/>
            <a:r>
              <a:rPr lang="en-US" dirty="0"/>
              <a:t>Non-</a:t>
            </a:r>
            <a:r>
              <a:rPr lang="en-US" dirty="0" err="1"/>
              <a:t>Fucntional</a:t>
            </a:r>
            <a:r>
              <a:rPr lang="en-US" dirty="0"/>
              <a:t> Requirements </a:t>
            </a:r>
          </a:p>
        </p:txBody>
      </p:sp>
      <p:sp>
        <p:nvSpPr>
          <p:cNvPr id="3" name="Content Placeholder 2">
            <a:extLst>
              <a:ext uri="{FF2B5EF4-FFF2-40B4-BE49-F238E27FC236}">
                <a16:creationId xmlns:a16="http://schemas.microsoft.com/office/drawing/2014/main" id="{C2A766E0-0F29-F4E6-5F26-3569CEDC84BC}"/>
              </a:ext>
            </a:extLst>
          </p:cNvPr>
          <p:cNvSpPr>
            <a:spLocks noGrp="1"/>
          </p:cNvSpPr>
          <p:nvPr>
            <p:ph idx="1"/>
          </p:nvPr>
        </p:nvSpPr>
        <p:spPr>
          <a:xfrm>
            <a:off x="838200" y="1825625"/>
            <a:ext cx="5257800" cy="4351338"/>
          </a:xfrm>
        </p:spPr>
        <p:txBody>
          <a:bodyPr>
            <a:normAutofit/>
          </a:bodyPr>
          <a:lstStyle/>
          <a:p>
            <a:r>
              <a:rPr lang="en-US" sz="2000" b="0" i="0" u="none" strike="noStrike" dirty="0">
                <a:solidFill>
                  <a:srgbClr val="000000"/>
                </a:solidFill>
                <a:effectLst/>
                <a:latin typeface="Arial" panose="020B0604020202020204" pitchFamily="34" charset="0"/>
              </a:rPr>
              <a:t>Duration of each match: Must be 45 seconds or less so that sessions can be short and not too long.</a:t>
            </a:r>
          </a:p>
          <a:p>
            <a:r>
              <a:rPr lang="en-US" sz="2000" b="0" i="0" u="none" strike="noStrike" dirty="0">
                <a:solidFill>
                  <a:srgbClr val="000000"/>
                </a:solidFill>
                <a:effectLst/>
                <a:latin typeface="Arial" panose="020B0604020202020204" pitchFamily="34" charset="0"/>
              </a:rPr>
              <a:t>User/Customer Privacy: ALL information must be stored securely such as personal information, logins, etc.</a:t>
            </a:r>
          </a:p>
          <a:p>
            <a:r>
              <a:rPr lang="en-US" sz="2000" b="0" i="0" u="none" strike="noStrike" dirty="0">
                <a:solidFill>
                  <a:srgbClr val="000000"/>
                </a:solidFill>
                <a:effectLst/>
                <a:latin typeface="Arial" panose="020B0604020202020204" pitchFamily="34" charset="0"/>
              </a:rPr>
              <a:t>Users need to know and understand at least the basics of the game within a few minutes.</a:t>
            </a:r>
          </a:p>
          <a:p>
            <a:r>
              <a:rPr lang="en-US" sz="2000" b="0" i="0" u="none" strike="noStrike" dirty="0">
                <a:solidFill>
                  <a:srgbClr val="000000"/>
                </a:solidFill>
                <a:effectLst/>
                <a:latin typeface="Arial" panose="020B0604020202020204" pitchFamily="34" charset="0"/>
              </a:rPr>
              <a:t>Uptime: The system should be playable at all times regardless of server up</a:t>
            </a:r>
            <a:r>
              <a:rPr lang="en-US" sz="2000" dirty="0">
                <a:solidFill>
                  <a:srgbClr val="000000"/>
                </a:solidFill>
                <a:latin typeface="Arial" panose="020B0604020202020204" pitchFamily="34" charset="0"/>
              </a:rPr>
              <a:t>time the system should be playable locally. </a:t>
            </a:r>
            <a:endParaRPr lang="en-US" sz="2000" dirty="0"/>
          </a:p>
        </p:txBody>
      </p:sp>
      <p:sp>
        <p:nvSpPr>
          <p:cNvPr id="4" name="Title 1">
            <a:extLst>
              <a:ext uri="{FF2B5EF4-FFF2-40B4-BE49-F238E27FC236}">
                <a16:creationId xmlns:a16="http://schemas.microsoft.com/office/drawing/2014/main" id="{8109EFC2-4603-27FF-60D8-28960D1944CE}"/>
              </a:ext>
            </a:extLst>
          </p:cNvPr>
          <p:cNvSpPr txBox="1">
            <a:spLocks/>
          </p:cNvSpPr>
          <p:nvPr/>
        </p:nvSpPr>
        <p:spPr>
          <a:xfrm>
            <a:off x="6096000" y="365125"/>
            <a:ext cx="52578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Functional Requirements </a:t>
            </a:r>
          </a:p>
        </p:txBody>
      </p:sp>
      <p:sp>
        <p:nvSpPr>
          <p:cNvPr id="6" name="Content Placeholder 2">
            <a:extLst>
              <a:ext uri="{FF2B5EF4-FFF2-40B4-BE49-F238E27FC236}">
                <a16:creationId xmlns:a16="http://schemas.microsoft.com/office/drawing/2014/main" id="{0A6A9322-2F1C-6E79-C263-5DAA0F769D41}"/>
              </a:ext>
            </a:extLst>
          </p:cNvPr>
          <p:cNvSpPr txBox="1">
            <a:spLocks/>
          </p:cNvSpPr>
          <p:nvPr/>
        </p:nvSpPr>
        <p:spPr>
          <a:xfrm>
            <a:off x="6096000" y="1825625"/>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Arial" panose="020B0604020202020204" pitchFamily="34" charset="0"/>
                <a:cs typeface="Arial" panose="020B0604020202020204" pitchFamily="34" charset="0"/>
              </a:rPr>
              <a:t>The player should be able to play on the provided 3x3 grid in a way that does not impede understanding of the rules</a:t>
            </a:r>
          </a:p>
          <a:p>
            <a:r>
              <a:rPr lang="en-US" sz="2000" dirty="0">
                <a:latin typeface="Arial" panose="020B0604020202020204" pitchFamily="34" charset="0"/>
                <a:cs typeface="Arial" panose="020B0604020202020204" pitchFamily="34" charset="0"/>
              </a:rPr>
              <a:t>The Player should be able to follow the flow of events clearly in all environments </a:t>
            </a:r>
          </a:p>
          <a:p>
            <a:r>
              <a:rPr lang="en-US" sz="2000" dirty="0">
                <a:latin typeface="Arial" panose="020B0604020202020204" pitchFamily="34" charset="0"/>
                <a:cs typeface="Arial" panose="020B0604020202020204" pitchFamily="34" charset="0"/>
              </a:rPr>
              <a:t>The Player should be able to connect to the server to play in a multiplayer  environment </a:t>
            </a:r>
          </a:p>
          <a:p>
            <a:r>
              <a:rPr lang="en-US" sz="2000" dirty="0">
                <a:latin typeface="Arial" panose="020B0604020202020204" pitchFamily="34" charset="0"/>
                <a:cs typeface="Arial" panose="020B0604020202020204" pitchFamily="34" charset="0"/>
              </a:rPr>
              <a:t>The USER INTERFACE should allow the player </a:t>
            </a:r>
            <a:r>
              <a:rPr lang="en-US" sz="2000" dirty="0" err="1">
                <a:latin typeface="Arial" panose="020B0604020202020204" pitchFamily="34" charset="0"/>
                <a:cs typeface="Arial" panose="020B0604020202020204" pitchFamily="34" charset="0"/>
              </a:rPr>
              <a:t>toat</a:t>
            </a:r>
            <a:r>
              <a:rPr lang="en-US" sz="2000" dirty="0">
                <a:latin typeface="Arial" panose="020B0604020202020204" pitchFamily="34" charset="0"/>
                <a:cs typeface="Arial" panose="020B0604020202020204" pitchFamily="34" charset="0"/>
              </a:rPr>
              <a:t> a glance be able to understand the state of the game board and the current score in the game. </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7461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463C7-3DA5-D6FA-6394-1C5CBA7653E0}"/>
              </a:ext>
            </a:extLst>
          </p:cNvPr>
          <p:cNvSpPr>
            <a:spLocks noGrp="1"/>
          </p:cNvSpPr>
          <p:nvPr>
            <p:ph type="title"/>
          </p:nvPr>
        </p:nvSpPr>
        <p:spPr/>
        <p:txBody>
          <a:bodyPr/>
          <a:lstStyle/>
          <a:p>
            <a:pPr algn="ctr"/>
            <a:r>
              <a:rPr lang="en-US" dirty="0"/>
              <a:t>Development Tools</a:t>
            </a:r>
          </a:p>
        </p:txBody>
      </p:sp>
      <p:sp>
        <p:nvSpPr>
          <p:cNvPr id="3" name="Content Placeholder 2">
            <a:extLst>
              <a:ext uri="{FF2B5EF4-FFF2-40B4-BE49-F238E27FC236}">
                <a16:creationId xmlns:a16="http://schemas.microsoft.com/office/drawing/2014/main" id="{7A5C3265-F985-59D3-853F-AABC78B74412}"/>
              </a:ext>
            </a:extLst>
          </p:cNvPr>
          <p:cNvSpPr>
            <a:spLocks noGrp="1"/>
          </p:cNvSpPr>
          <p:nvPr>
            <p:ph idx="1"/>
          </p:nvPr>
        </p:nvSpPr>
        <p:spPr/>
        <p:txBody>
          <a:bodyPr>
            <a:normAutofit lnSpcReduction="10000"/>
          </a:bodyPr>
          <a:lstStyle/>
          <a:p>
            <a:r>
              <a:rPr lang="en-US" dirty="0"/>
              <a:t>Iain Fehr has utilized Renpy a smaller free game engine built in python to build the basic structure for the local and Multiplayer environment. </a:t>
            </a:r>
          </a:p>
          <a:p>
            <a:r>
              <a:rPr lang="en-US" dirty="0"/>
              <a:t>Currently Programs like Photoshop has been utilized by Juan to create the current game assets, Angel has utilized Flask, a web platform based in Python, to create a back end webapp that will hold the multiplayer functionality and the API for the game engine to push changes to the server. He has also utilized SQLite for the servers Data Storage to keep track of gameplay.</a:t>
            </a:r>
          </a:p>
          <a:p>
            <a:r>
              <a:rPr lang="en-US" dirty="0"/>
              <a:t>A Git repository holds all project files and was created initially as an efficient way to share and divide tasks during development. </a:t>
            </a:r>
          </a:p>
        </p:txBody>
      </p:sp>
    </p:spTree>
    <p:extLst>
      <p:ext uri="{BB962C8B-B14F-4D97-AF65-F5344CB8AC3E}">
        <p14:creationId xmlns:p14="http://schemas.microsoft.com/office/powerpoint/2010/main" val="1227171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86693-13F8-1A29-BB16-8CE36391BBB6}"/>
              </a:ext>
            </a:extLst>
          </p:cNvPr>
          <p:cNvSpPr>
            <a:spLocks noGrp="1"/>
          </p:cNvSpPr>
          <p:nvPr>
            <p:ph type="title"/>
          </p:nvPr>
        </p:nvSpPr>
        <p:spPr/>
        <p:txBody>
          <a:bodyPr/>
          <a:lstStyle/>
          <a:p>
            <a:r>
              <a:rPr lang="en-US" dirty="0"/>
              <a:t>Project Challenges</a:t>
            </a:r>
          </a:p>
        </p:txBody>
      </p:sp>
      <p:sp>
        <p:nvSpPr>
          <p:cNvPr id="3" name="Content Placeholder 2">
            <a:extLst>
              <a:ext uri="{FF2B5EF4-FFF2-40B4-BE49-F238E27FC236}">
                <a16:creationId xmlns:a16="http://schemas.microsoft.com/office/drawing/2014/main" id="{F6EA7E5B-336F-E0F9-BF88-58F327189FB9}"/>
              </a:ext>
            </a:extLst>
          </p:cNvPr>
          <p:cNvSpPr>
            <a:spLocks noGrp="1"/>
          </p:cNvSpPr>
          <p:nvPr>
            <p:ph idx="1"/>
          </p:nvPr>
        </p:nvSpPr>
        <p:spPr/>
        <p:txBody>
          <a:bodyPr>
            <a:normAutofit fontScale="70000" lnSpcReduction="20000"/>
          </a:bodyPr>
          <a:lstStyle/>
          <a:p>
            <a:r>
              <a:rPr lang="en-US" dirty="0"/>
              <a:t>Initially the project was projected to be build in Unreal Engine 5 however due to the large file sizes involved the project had to be pivoted to the Renpy engine due to the nature of Git UE5’s smallest files were unable to uploaded to a standard git library and instead needed to be run in git LFS (Large File Storage). Which can hold a Maximum of 2GB which unreal could very easily surpass without large amounts of engine optimizations impossible on the current timetable. </a:t>
            </a:r>
          </a:p>
          <a:p>
            <a:r>
              <a:rPr lang="en-US" dirty="0"/>
              <a:t>Connecting the local Renpy environment to the multiplayer server and using a real time connection to update gameplay has proven challenging as unlike UE5 Renpy was never designed for a consistent web connection. </a:t>
            </a:r>
          </a:p>
          <a:p>
            <a:r>
              <a:rPr lang="en-US" dirty="0"/>
              <a:t>Project Communication Remains limited as all members have only been able to communicate through WhatsApp regardless of Team leader Outreach. </a:t>
            </a:r>
          </a:p>
          <a:p>
            <a:r>
              <a:rPr lang="en-US" dirty="0"/>
              <a:t>Member Engagement continues to be  difficult as Team member Seth has only reached out twice since the last assignment due date, and Sinan has not reached out at all regardless of Team efforts, and warnings of Deadlines</a:t>
            </a:r>
          </a:p>
          <a:p>
            <a:r>
              <a:rPr lang="en-US" dirty="0"/>
              <a:t>UI implementation needs to be corrected going forward as the current development build compiles but remains incomplete due to missing assets from Team member Juan. </a:t>
            </a:r>
          </a:p>
        </p:txBody>
      </p:sp>
    </p:spTree>
    <p:extLst>
      <p:ext uri="{BB962C8B-B14F-4D97-AF65-F5344CB8AC3E}">
        <p14:creationId xmlns:p14="http://schemas.microsoft.com/office/powerpoint/2010/main" val="451943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15896-7FD3-8A5C-64B2-767D7E658375}"/>
              </a:ext>
            </a:extLst>
          </p:cNvPr>
          <p:cNvSpPr>
            <a:spLocks noGrp="1"/>
          </p:cNvSpPr>
          <p:nvPr>
            <p:ph type="title"/>
          </p:nvPr>
        </p:nvSpPr>
        <p:spPr/>
        <p:txBody>
          <a:bodyPr/>
          <a:lstStyle/>
          <a:p>
            <a:pPr algn="ctr"/>
            <a:r>
              <a:rPr lang="en-US" dirty="0"/>
              <a:t>Conclusion</a:t>
            </a:r>
          </a:p>
        </p:txBody>
      </p:sp>
      <p:sp>
        <p:nvSpPr>
          <p:cNvPr id="3" name="Content Placeholder 2">
            <a:extLst>
              <a:ext uri="{FF2B5EF4-FFF2-40B4-BE49-F238E27FC236}">
                <a16:creationId xmlns:a16="http://schemas.microsoft.com/office/drawing/2014/main" id="{41740544-C60A-8845-9FC6-F8FBD0A47082}"/>
              </a:ext>
            </a:extLst>
          </p:cNvPr>
          <p:cNvSpPr>
            <a:spLocks noGrp="1"/>
          </p:cNvSpPr>
          <p:nvPr>
            <p:ph idx="1"/>
          </p:nvPr>
        </p:nvSpPr>
        <p:spPr/>
        <p:txBody>
          <a:bodyPr/>
          <a:lstStyle/>
          <a:p>
            <a:r>
              <a:rPr lang="en-US" dirty="0"/>
              <a:t>In conclusion this project has been a difficult set of challenges due to the challenges of online learning and the nature of Groupwork that goes with being unable to formally meet in person. However, current project development continues to push forward regardless of challenges even if the current timeline is behind estimated expected pace. I am optimistic the project will continue development and regardless of issues with team member engagement and time Management that a finished product will materialize even if Team leader Iain will have to assess if a fundamental project pivot needs to be made and adapt features and goals going forward to reach the deadlines. </a:t>
            </a:r>
          </a:p>
        </p:txBody>
      </p:sp>
    </p:spTree>
    <p:extLst>
      <p:ext uri="{BB962C8B-B14F-4D97-AF65-F5344CB8AC3E}">
        <p14:creationId xmlns:p14="http://schemas.microsoft.com/office/powerpoint/2010/main" val="749001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850</Words>
  <Application>Microsoft Office PowerPoint</Application>
  <PresentationFormat>Widescreen</PresentationFormat>
  <Paragraphs>36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Project Demo 1</vt:lpstr>
      <vt:lpstr>Problem Statement</vt:lpstr>
      <vt:lpstr>Business Goals</vt:lpstr>
      <vt:lpstr>Non-Fucntional Requirements </vt:lpstr>
      <vt:lpstr>Development Tools</vt:lpstr>
      <vt:lpstr>Project Challenges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Iain Fehr</dc:creator>
  <cp:lastModifiedBy>Iain Fehr</cp:lastModifiedBy>
  <cp:revision>1</cp:revision>
  <dcterms:created xsi:type="dcterms:W3CDTF">2025-04-11T21:46:10Z</dcterms:created>
  <dcterms:modified xsi:type="dcterms:W3CDTF">2025-04-11T22:41:52Z</dcterms:modified>
</cp:coreProperties>
</file>