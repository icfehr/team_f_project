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58" r:id="rId6"/>
    <p:sldId id="262" r:id="rId7"/>
    <p:sldId id="265" r:id="rId8"/>
    <p:sldId id="263" r:id="rId9"/>
    <p:sldId id="264" r:id="rId10"/>
    <p:sldId id="266" r:id="rId11"/>
    <p:sldId id="267" r:id="rId12"/>
    <p:sldId id="269" r:id="rId13"/>
    <p:sldId id="268" r:id="rId14"/>
    <p:sldId id="25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26DDD-CD93-52E9-5CCB-3D096FF57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A3BC65-95F1-2267-D8D6-EF02B7E09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AE3536-5555-5A8D-10FB-DE9E58D9AD01}"/>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FD2218A1-1F3C-1688-C27E-2DA0D88DF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DAF30-8D2D-0CE9-36FA-96648C422C1D}"/>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2685609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3A24-966C-6DC8-F3A6-A52E3B50E0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2FDDEB-B951-8EE3-8DB2-F1716CECB1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9261F-C911-4109-9DE5-A00A305EA4A9}"/>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5EB81650-15FC-C900-06C5-919BEEC20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4864A6-26C6-9400-235A-53216D0893AC}"/>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1293837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77EF-3929-0953-BAFA-1CAB430D40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BC6D00-8084-1803-EDB1-22A2B28028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58797D-CBC3-CD59-0FD2-D8FF6A20C326}"/>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C45B7517-ABA4-0937-369E-881E3CCCE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567A4-D317-CCE6-4F31-199806E3FF0D}"/>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4029365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A9FC2-62A5-E441-C114-39551A5EB4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BD09E9-9048-0513-A023-79B54537E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4C3CB1-6154-C560-0EF3-2C6410442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0E5D81-623F-1AE1-11F2-6DB99AB36CB6}"/>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6" name="Footer Placeholder 5">
            <a:extLst>
              <a:ext uri="{FF2B5EF4-FFF2-40B4-BE49-F238E27FC236}">
                <a16:creationId xmlns:a16="http://schemas.microsoft.com/office/drawing/2014/main" id="{98C0CB5F-AD44-6870-296E-ED79F199DF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0BEDB-05F2-7970-3D46-50E067636A5E}"/>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3805886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DF0B-19B2-131E-0B48-8F8E270087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7FADC8-7158-5CAD-0C3D-180FF041D6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179B3B-A04E-70CD-C50D-FA5891D370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A9DD0D-FC03-DB59-2EEF-A0C7FD81F1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119C31-8793-4A99-CB69-A396C84230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91D9B2-BDD0-5F5F-0DE5-0727220934A8}"/>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8" name="Footer Placeholder 7">
            <a:extLst>
              <a:ext uri="{FF2B5EF4-FFF2-40B4-BE49-F238E27FC236}">
                <a16:creationId xmlns:a16="http://schemas.microsoft.com/office/drawing/2014/main" id="{DA4A1C40-5402-DF0D-6B95-581D71C777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EAF41F-97B4-F43B-848A-412912DA7060}"/>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560522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36C1-0B40-DD7D-73DC-0AE0EF2FF2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DC57E9-DC7B-0423-AA10-48EA4E25B0E8}"/>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4" name="Footer Placeholder 3">
            <a:extLst>
              <a:ext uri="{FF2B5EF4-FFF2-40B4-BE49-F238E27FC236}">
                <a16:creationId xmlns:a16="http://schemas.microsoft.com/office/drawing/2014/main" id="{FD70AEDF-0CE6-78E6-13E5-6BF66B64C0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98656E-8FE8-8589-8C28-04E80D0986DD}"/>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4048961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FA660-C11D-251A-426A-8FE07D3BE3A6}"/>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3" name="Footer Placeholder 2">
            <a:extLst>
              <a:ext uri="{FF2B5EF4-FFF2-40B4-BE49-F238E27FC236}">
                <a16:creationId xmlns:a16="http://schemas.microsoft.com/office/drawing/2014/main" id="{82C4418A-0862-0858-094B-160A343398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FCA0BE-6767-060A-37A0-191FB0DE821C}"/>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256162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C0E2-E9FE-9E68-AF02-0AD2EDDDCE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527540-7201-B656-5540-F2AD923D2F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5498EE-F811-5FBE-F374-9DE797822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8D2B9-150C-AA55-A71C-AA14B60D0976}"/>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6" name="Footer Placeholder 5">
            <a:extLst>
              <a:ext uri="{FF2B5EF4-FFF2-40B4-BE49-F238E27FC236}">
                <a16:creationId xmlns:a16="http://schemas.microsoft.com/office/drawing/2014/main" id="{22DE4616-F211-666E-6605-E37255E372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A1B918-C505-9E15-80E0-BA9A7E313F8A}"/>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1548295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F99A-CAC5-8F0A-20D2-A96D3AEA7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D13D59-5FC4-A829-FDBA-B115261CEF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61B36F-96F6-1025-1EA0-F68FF47E9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775920-993C-4B45-3FC4-46B7760DE204}"/>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6" name="Footer Placeholder 5">
            <a:extLst>
              <a:ext uri="{FF2B5EF4-FFF2-40B4-BE49-F238E27FC236}">
                <a16:creationId xmlns:a16="http://schemas.microsoft.com/office/drawing/2014/main" id="{B76599AC-C2D4-5F36-5458-31EB82F6CA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B27C1-9A6E-8571-2D0F-A4D06F1C15C8}"/>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3094892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D861C-C54F-5506-0E4C-AAD7F10E6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FDF304-DAAE-A858-FDD7-6B5EB3CE9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3CA5DB-9220-03FD-F80A-D006CD87B093}"/>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FFDBE07E-FE6E-296E-AF2D-91FF51636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50D43A-98E5-B97B-6042-A3F111DBC5D6}"/>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188098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53F8C1-BC74-887C-A460-0279893060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63F471-8E4D-6175-9854-5FAEB464E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3593D-DA5E-1F72-CAC9-D2296056D9B9}"/>
              </a:ext>
            </a:extLst>
          </p:cNvPr>
          <p:cNvSpPr>
            <a:spLocks noGrp="1"/>
          </p:cNvSpPr>
          <p:nvPr>
            <p:ph type="dt" sz="half" idx="10"/>
          </p:nvPr>
        </p:nvSpPr>
        <p:spPr/>
        <p:txBody>
          <a:body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130F05DC-ACC9-7221-0ABE-D02663048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2D4DA-D9DA-F7A0-DD17-0A89E78664AC}"/>
              </a:ext>
            </a:extLst>
          </p:cNvPr>
          <p:cNvSpPr>
            <a:spLocks noGrp="1"/>
          </p:cNvSpPr>
          <p:nvPr>
            <p:ph type="sldNum" sz="quarter" idx="12"/>
          </p:nvPr>
        </p:nvSpPr>
        <p:spPr/>
        <p:txBody>
          <a:bodyPr/>
          <a:lstStyle/>
          <a:p>
            <a:fld id="{0A79B748-F188-4107-97D2-EF7F8E463798}" type="slidenum">
              <a:rPr lang="en-US" smtClean="0"/>
              <a:t>‹#›</a:t>
            </a:fld>
            <a:endParaRPr lang="en-US"/>
          </a:p>
        </p:txBody>
      </p:sp>
    </p:spTree>
    <p:extLst>
      <p:ext uri="{BB962C8B-B14F-4D97-AF65-F5344CB8AC3E}">
        <p14:creationId xmlns:p14="http://schemas.microsoft.com/office/powerpoint/2010/main" val="90522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07DD1C-5729-D41C-5105-E59BBCF74B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70E41B-12B6-AABF-D35F-EBF8DA20D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07A36A-7CAD-02EA-88EF-C554B0DD38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E5D7CE-1E83-4665-A432-4AC79B1357B2}" type="datetimeFigureOut">
              <a:rPr lang="en-US" smtClean="0"/>
              <a:t>5/12/2025</a:t>
            </a:fld>
            <a:endParaRPr lang="en-US"/>
          </a:p>
        </p:txBody>
      </p:sp>
      <p:sp>
        <p:nvSpPr>
          <p:cNvPr id="5" name="Footer Placeholder 4">
            <a:extLst>
              <a:ext uri="{FF2B5EF4-FFF2-40B4-BE49-F238E27FC236}">
                <a16:creationId xmlns:a16="http://schemas.microsoft.com/office/drawing/2014/main" id="{F17A98E5-96A5-648A-A811-87E18EB26A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A4134E-5427-F353-30CA-9B3FBB8C7B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79B748-F188-4107-97D2-EF7F8E463798}" type="slidenum">
              <a:rPr lang="en-US" smtClean="0"/>
              <a:t>‹#›</a:t>
            </a:fld>
            <a:endParaRPr lang="en-US"/>
          </a:p>
        </p:txBody>
      </p:sp>
    </p:spTree>
    <p:extLst>
      <p:ext uri="{BB962C8B-B14F-4D97-AF65-F5344CB8AC3E}">
        <p14:creationId xmlns:p14="http://schemas.microsoft.com/office/powerpoint/2010/main" val="3166907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69C6B-2B68-D12E-4B3F-F55A8CA46F5B}"/>
              </a:ext>
            </a:extLst>
          </p:cNvPr>
          <p:cNvSpPr>
            <a:spLocks noGrp="1"/>
          </p:cNvSpPr>
          <p:nvPr>
            <p:ph type="ctrTitle"/>
          </p:nvPr>
        </p:nvSpPr>
        <p:spPr/>
        <p:txBody>
          <a:bodyPr/>
          <a:lstStyle/>
          <a:p>
            <a:r>
              <a:rPr lang="en-US" dirty="0"/>
              <a:t>Project Demo 2</a:t>
            </a:r>
          </a:p>
        </p:txBody>
      </p:sp>
      <p:sp>
        <p:nvSpPr>
          <p:cNvPr id="3" name="Subtitle 2">
            <a:extLst>
              <a:ext uri="{FF2B5EF4-FFF2-40B4-BE49-F238E27FC236}">
                <a16:creationId xmlns:a16="http://schemas.microsoft.com/office/drawing/2014/main" id="{51E2D291-09B2-5E97-43AA-4477383B29F5}"/>
              </a:ext>
            </a:extLst>
          </p:cNvPr>
          <p:cNvSpPr>
            <a:spLocks noGrp="1"/>
          </p:cNvSpPr>
          <p:nvPr>
            <p:ph type="subTitle" idx="1"/>
          </p:nvPr>
        </p:nvSpPr>
        <p:spPr/>
        <p:txBody>
          <a:bodyPr/>
          <a:lstStyle/>
          <a:p>
            <a:r>
              <a:rPr lang="en-US" dirty="0"/>
              <a:t>Team Lead Iain Fehr </a:t>
            </a:r>
            <a:br>
              <a:rPr lang="en-US" dirty="0"/>
            </a:br>
            <a:r>
              <a:rPr lang="en-US" dirty="0"/>
              <a:t>Juan Enriques Mendes</a:t>
            </a:r>
            <a:br>
              <a:rPr lang="en-US" dirty="0"/>
            </a:br>
            <a:r>
              <a:rPr lang="en-US" dirty="0"/>
              <a:t>Angel Escalera Aguirre</a:t>
            </a:r>
          </a:p>
        </p:txBody>
      </p:sp>
    </p:spTree>
    <p:extLst>
      <p:ext uri="{BB962C8B-B14F-4D97-AF65-F5344CB8AC3E}">
        <p14:creationId xmlns:p14="http://schemas.microsoft.com/office/powerpoint/2010/main" val="1350898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08C8-08E4-C95C-4406-65C624B972F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BEF70BE7-6733-8ACB-3964-B0310ECA4B94}"/>
              </a:ext>
            </a:extLst>
          </p:cNvPr>
          <p:cNvSpPr>
            <a:spLocks noGrp="1"/>
          </p:cNvSpPr>
          <p:nvPr>
            <p:ph idx="1"/>
          </p:nvPr>
        </p:nvSpPr>
        <p:spPr/>
        <p:txBody>
          <a:bodyPr>
            <a:normAutofit fontScale="92500" lnSpcReduction="20000"/>
          </a:bodyPr>
          <a:lstStyle/>
          <a:p>
            <a:r>
              <a:rPr lang="en-US" dirty="0"/>
              <a:t>Modern mobile users often experience short periods of idle time—waiting in lines, taking breaks, or commuting—but lack engaging, time-efficient entertainment options. Many mobile games require lengthy sessions, making them unsuitable for quick play, while passive activities like social media scrolling offer little interactivity.</a:t>
            </a:r>
          </a:p>
          <a:p>
            <a:r>
              <a:rPr lang="en-US" dirty="0"/>
              <a:t>Group F is bringing back the beloved card game Triple Triad, reimagined for the modern world. Introducing Triple Tactics: your pocket-sized portal to quick, engaging card battles. Picture this: you're on a short break, waiting in line, or just winding down before bed. Instead of scrolling aimlessly, you pull out your phone or tablet and dive into a fast-paced Triple Tactics match. Each game is designed to last no more than 45 seconds, making it the perfect bite-sized entertainment for those fleeting moments of free time.</a:t>
            </a:r>
          </a:p>
        </p:txBody>
      </p:sp>
    </p:spTree>
    <p:extLst>
      <p:ext uri="{BB962C8B-B14F-4D97-AF65-F5344CB8AC3E}">
        <p14:creationId xmlns:p14="http://schemas.microsoft.com/office/powerpoint/2010/main" val="284341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E0DA-6CB8-3A49-5CF8-5AE76D3C010C}"/>
              </a:ext>
            </a:extLst>
          </p:cNvPr>
          <p:cNvSpPr>
            <a:spLocks noGrp="1"/>
          </p:cNvSpPr>
          <p:nvPr>
            <p:ph type="title"/>
          </p:nvPr>
        </p:nvSpPr>
        <p:spPr/>
        <p:txBody>
          <a:bodyPr>
            <a:normAutofit/>
          </a:bodyPr>
          <a:lstStyle/>
          <a:p>
            <a:pPr algn="ctr"/>
            <a:r>
              <a:rPr lang="en-US" sz="3600" b="1" i="0" u="none" strike="noStrike" dirty="0">
                <a:solidFill>
                  <a:srgbClr val="000000"/>
                </a:solidFill>
                <a:effectLst/>
                <a:latin typeface="Arial" panose="020B0604020202020204" pitchFamily="34" charset="0"/>
              </a:rPr>
              <a:t>Business Goals</a:t>
            </a:r>
            <a:endParaRPr lang="en-US" sz="3600" dirty="0"/>
          </a:p>
        </p:txBody>
      </p:sp>
      <p:sp>
        <p:nvSpPr>
          <p:cNvPr id="3" name="Content Placeholder 2">
            <a:extLst>
              <a:ext uri="{FF2B5EF4-FFF2-40B4-BE49-F238E27FC236}">
                <a16:creationId xmlns:a16="http://schemas.microsoft.com/office/drawing/2014/main" id="{E1FCA09F-638C-61EF-27CD-4848BEAA527A}"/>
              </a:ext>
            </a:extLst>
          </p:cNvPr>
          <p:cNvSpPr>
            <a:spLocks noGrp="1"/>
          </p:cNvSpPr>
          <p:nvPr>
            <p:ph idx="1"/>
          </p:nvPr>
        </p:nvSpPr>
        <p:spPr/>
        <p:txBody>
          <a:bodyPr>
            <a:normAutofit/>
          </a:bodyPr>
          <a:lstStyle/>
          <a:p>
            <a:pPr algn="ctr"/>
            <a:r>
              <a:rPr lang="en-US" sz="3200" b="1" i="0" u="none" strike="noStrike" dirty="0">
                <a:solidFill>
                  <a:srgbClr val="000000"/>
                </a:solidFill>
                <a:effectLst/>
                <a:latin typeface="Arial" panose="020B0604020202020204" pitchFamily="34" charset="0"/>
              </a:rPr>
              <a:t>Quick and Engaging Gameplay:</a:t>
            </a:r>
          </a:p>
          <a:p>
            <a:pPr algn="ctr"/>
            <a:r>
              <a:rPr lang="en-US" sz="1800" b="1" dirty="0">
                <a:solidFill>
                  <a:srgbClr val="000000"/>
                </a:solidFill>
                <a:latin typeface="Arial" panose="020B0604020202020204" pitchFamily="34" charset="0"/>
              </a:rPr>
              <a:t>Games should be quick and fast enough to play within any free minute</a:t>
            </a:r>
            <a:endParaRPr lang="en-US" sz="3200" b="1" i="0" u="none" strike="noStrike" dirty="0">
              <a:solidFill>
                <a:srgbClr val="000000"/>
              </a:solidFill>
              <a:effectLst/>
              <a:latin typeface="Arial" panose="020B0604020202020204" pitchFamily="34" charset="0"/>
            </a:endParaRPr>
          </a:p>
          <a:p>
            <a:pPr algn="ctr"/>
            <a:r>
              <a:rPr lang="en-US" sz="3200" b="1" i="0" u="none" strike="noStrike" dirty="0">
                <a:solidFill>
                  <a:srgbClr val="000000"/>
                </a:solidFill>
                <a:effectLst/>
                <a:latin typeface="Arial" panose="020B0604020202020204" pitchFamily="34" charset="0"/>
              </a:rPr>
              <a:t>Collectability</a:t>
            </a:r>
          </a:p>
          <a:p>
            <a:pPr algn="ctr"/>
            <a:r>
              <a:rPr lang="en-US" sz="1800" b="1" i="0" u="none" strike="noStrike" dirty="0">
                <a:solidFill>
                  <a:srgbClr val="000000"/>
                </a:solidFill>
                <a:effectLst/>
                <a:latin typeface="Arial" panose="020B0604020202020204" pitchFamily="34" charset="0"/>
              </a:rPr>
              <a:t>Players should be able to collect and unlock new cards after gameplay</a:t>
            </a:r>
          </a:p>
          <a:p>
            <a:pPr algn="ctr"/>
            <a:r>
              <a:rPr lang="en-US" sz="3200" b="1" i="0" u="none" strike="noStrike" dirty="0">
                <a:solidFill>
                  <a:srgbClr val="000000"/>
                </a:solidFill>
                <a:effectLst/>
                <a:latin typeface="Arial" panose="020B0604020202020204" pitchFamily="34" charset="0"/>
              </a:rPr>
              <a:t>Potential for Expansion</a:t>
            </a:r>
          </a:p>
          <a:p>
            <a:pPr algn="ctr"/>
            <a:r>
              <a:rPr lang="en-US" sz="1800" b="1" dirty="0">
                <a:solidFill>
                  <a:srgbClr val="000000"/>
                </a:solidFill>
                <a:latin typeface="Arial" panose="020B0604020202020204" pitchFamily="34" charset="0"/>
              </a:rPr>
              <a:t>New cards should be able to be added quickly and easily</a:t>
            </a:r>
          </a:p>
          <a:p>
            <a:pPr algn="ctr"/>
            <a:r>
              <a:rPr lang="en-US" sz="3200" b="1" i="0" u="none" strike="noStrike" dirty="0">
                <a:solidFill>
                  <a:srgbClr val="000000"/>
                </a:solidFill>
                <a:effectLst/>
                <a:latin typeface="Arial" panose="020B0604020202020204" pitchFamily="34" charset="0"/>
              </a:rPr>
              <a:t>Accessible Anywhere</a:t>
            </a:r>
          </a:p>
          <a:p>
            <a:pPr algn="ctr"/>
            <a:r>
              <a:rPr lang="en-US" sz="1800" b="1" dirty="0">
                <a:solidFill>
                  <a:srgbClr val="000000"/>
                </a:solidFill>
                <a:latin typeface="Arial" panose="020B0604020202020204" pitchFamily="34" charset="0"/>
              </a:rPr>
              <a:t>Players should be able to play on any platform of their choosing without issue</a:t>
            </a:r>
            <a:endParaRPr lang="en-US" sz="1800" dirty="0"/>
          </a:p>
        </p:txBody>
      </p:sp>
    </p:spTree>
    <p:extLst>
      <p:ext uri="{BB962C8B-B14F-4D97-AF65-F5344CB8AC3E}">
        <p14:creationId xmlns:p14="http://schemas.microsoft.com/office/powerpoint/2010/main" val="285070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463C7-3DA5-D6FA-6394-1C5CBA7653E0}"/>
              </a:ext>
            </a:extLst>
          </p:cNvPr>
          <p:cNvSpPr>
            <a:spLocks noGrp="1"/>
          </p:cNvSpPr>
          <p:nvPr>
            <p:ph type="title"/>
          </p:nvPr>
        </p:nvSpPr>
        <p:spPr/>
        <p:txBody>
          <a:bodyPr/>
          <a:lstStyle/>
          <a:p>
            <a:pPr algn="ctr"/>
            <a:r>
              <a:rPr lang="en-US" dirty="0"/>
              <a:t>Development Tools</a:t>
            </a:r>
          </a:p>
        </p:txBody>
      </p:sp>
      <p:sp>
        <p:nvSpPr>
          <p:cNvPr id="3" name="Content Placeholder 2">
            <a:extLst>
              <a:ext uri="{FF2B5EF4-FFF2-40B4-BE49-F238E27FC236}">
                <a16:creationId xmlns:a16="http://schemas.microsoft.com/office/drawing/2014/main" id="{7A5C3265-F985-59D3-853F-AABC78B74412}"/>
              </a:ext>
            </a:extLst>
          </p:cNvPr>
          <p:cNvSpPr>
            <a:spLocks noGrp="1"/>
          </p:cNvSpPr>
          <p:nvPr>
            <p:ph idx="1"/>
          </p:nvPr>
        </p:nvSpPr>
        <p:spPr/>
        <p:txBody>
          <a:bodyPr>
            <a:normAutofit lnSpcReduction="10000"/>
          </a:bodyPr>
          <a:lstStyle/>
          <a:p>
            <a:r>
              <a:rPr lang="en-US" dirty="0"/>
              <a:t>Iain Fehr has utilized Renpy a smaller free game engine built in python to build the basic structure for the local and Multiplayer environment. </a:t>
            </a:r>
          </a:p>
          <a:p>
            <a:r>
              <a:rPr lang="en-US" dirty="0"/>
              <a:t>Currently Programs like Photoshop has been utilized by Juan to create the current game assets, Angel has utilized Flask, a web platform based in Python, to create a back end webapp that will hold the multiplayer functionality and the API for the game engine to push changes to the server. He has also utilized SQLite for the servers Data Storage to keep track of gameplay.</a:t>
            </a:r>
          </a:p>
          <a:p>
            <a:r>
              <a:rPr lang="en-US" dirty="0"/>
              <a:t>A Git repository holds all project files and was created initially as an efficient way to share and divide tasks during development. </a:t>
            </a:r>
          </a:p>
        </p:txBody>
      </p:sp>
    </p:spTree>
    <p:extLst>
      <p:ext uri="{BB962C8B-B14F-4D97-AF65-F5344CB8AC3E}">
        <p14:creationId xmlns:p14="http://schemas.microsoft.com/office/powerpoint/2010/main" val="122717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with text and numbers&#10;&#10;AI-generated content may be incorrect.">
            <a:extLst>
              <a:ext uri="{FF2B5EF4-FFF2-40B4-BE49-F238E27FC236}">
                <a16:creationId xmlns:a16="http://schemas.microsoft.com/office/drawing/2014/main" id="{B0FB1830-9886-A769-976F-C3D01C25AF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6290" y="144379"/>
            <a:ext cx="11259420" cy="6333424"/>
          </a:xfrm>
        </p:spPr>
      </p:pic>
    </p:spTree>
    <p:extLst>
      <p:ext uri="{BB962C8B-B14F-4D97-AF65-F5344CB8AC3E}">
        <p14:creationId xmlns:p14="http://schemas.microsoft.com/office/powerpoint/2010/main" val="219224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C3702-5543-C0FF-E0EC-257A870B7A5C}"/>
              </a:ext>
            </a:extLst>
          </p:cNvPr>
          <p:cNvSpPr>
            <a:spLocks noGrp="1"/>
          </p:cNvSpPr>
          <p:nvPr>
            <p:ph type="title"/>
          </p:nvPr>
        </p:nvSpPr>
        <p:spPr/>
        <p:txBody>
          <a:bodyPr/>
          <a:lstStyle/>
          <a:p>
            <a:endParaRPr lang="en-US" dirty="0"/>
          </a:p>
        </p:txBody>
      </p:sp>
      <p:pic>
        <p:nvPicPr>
          <p:cNvPr id="5" name="Content Placeholder 4" descr="A black and white card with red text&#10;&#10;AI-generated content may be incorrect.">
            <a:extLst>
              <a:ext uri="{FF2B5EF4-FFF2-40B4-BE49-F238E27FC236}">
                <a16:creationId xmlns:a16="http://schemas.microsoft.com/office/drawing/2014/main" id="{586FEA98-B4F5-8186-B590-79242F091D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986" y="1825625"/>
            <a:ext cx="7740028" cy="4351338"/>
          </a:xfrm>
        </p:spPr>
      </p:pic>
    </p:spTree>
    <p:extLst>
      <p:ext uri="{BB962C8B-B14F-4D97-AF65-F5344CB8AC3E}">
        <p14:creationId xmlns:p14="http://schemas.microsoft.com/office/powerpoint/2010/main" val="3806143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0E05-3CDB-1C2E-0DC0-7F779BA66E6E}"/>
              </a:ext>
            </a:extLst>
          </p:cNvPr>
          <p:cNvSpPr>
            <a:spLocks noGrp="1"/>
          </p:cNvSpPr>
          <p:nvPr>
            <p:ph type="title"/>
          </p:nvPr>
        </p:nvSpPr>
        <p:spPr/>
        <p:txBody>
          <a:bodyPr/>
          <a:lstStyle/>
          <a:p>
            <a:r>
              <a:rPr lang="en-US" dirty="0"/>
              <a:t>Previous Game board</a:t>
            </a:r>
          </a:p>
        </p:txBody>
      </p:sp>
      <p:pic>
        <p:nvPicPr>
          <p:cNvPr id="5" name="Content Placeholder 4" descr="A green screen shot of a game&#10;&#10;AI-generated content may be incorrect.">
            <a:extLst>
              <a:ext uri="{FF2B5EF4-FFF2-40B4-BE49-F238E27FC236}">
                <a16:creationId xmlns:a16="http://schemas.microsoft.com/office/drawing/2014/main" id="{7338EC01-0B7D-0F7E-18C6-840B16729B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986" y="1825625"/>
            <a:ext cx="7740028" cy="4351338"/>
          </a:xfrm>
        </p:spPr>
      </p:pic>
    </p:spTree>
    <p:extLst>
      <p:ext uri="{BB962C8B-B14F-4D97-AF65-F5344CB8AC3E}">
        <p14:creationId xmlns:p14="http://schemas.microsoft.com/office/powerpoint/2010/main" val="1143169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DF955-6EAF-3E5A-4BAC-D9530B712434}"/>
              </a:ext>
            </a:extLst>
          </p:cNvPr>
          <p:cNvSpPr>
            <a:spLocks noGrp="1"/>
          </p:cNvSpPr>
          <p:nvPr>
            <p:ph type="title"/>
          </p:nvPr>
        </p:nvSpPr>
        <p:spPr/>
        <p:txBody>
          <a:bodyPr/>
          <a:lstStyle/>
          <a:p>
            <a:r>
              <a:rPr lang="en-US" dirty="0"/>
              <a:t>New game board</a:t>
            </a:r>
          </a:p>
        </p:txBody>
      </p:sp>
      <p:pic>
        <p:nvPicPr>
          <p:cNvPr id="5" name="Content Placeholder 4" descr="A screenshot of a game&#10;&#10;AI-generated content may be incorrect.">
            <a:extLst>
              <a:ext uri="{FF2B5EF4-FFF2-40B4-BE49-F238E27FC236}">
                <a16:creationId xmlns:a16="http://schemas.microsoft.com/office/drawing/2014/main" id="{7FF13CB9-DF2B-2F39-E128-59DFC30DA0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899275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F0DF-57B2-D221-DCBC-EEA5FC2749F3}"/>
              </a:ext>
            </a:extLst>
          </p:cNvPr>
          <p:cNvSpPr>
            <a:spLocks noGrp="1"/>
          </p:cNvSpPr>
          <p:nvPr>
            <p:ph type="title"/>
          </p:nvPr>
        </p:nvSpPr>
        <p:spPr/>
        <p:txBody>
          <a:bodyPr/>
          <a:lstStyle/>
          <a:p>
            <a:r>
              <a:rPr lang="en-US" dirty="0"/>
              <a:t>Bugged UI</a:t>
            </a:r>
          </a:p>
        </p:txBody>
      </p:sp>
      <p:pic>
        <p:nvPicPr>
          <p:cNvPr id="5" name="Content Placeholder 4" descr="A screenshot of a game&#10;&#10;AI-generated content may be incorrect.">
            <a:extLst>
              <a:ext uri="{FF2B5EF4-FFF2-40B4-BE49-F238E27FC236}">
                <a16:creationId xmlns:a16="http://schemas.microsoft.com/office/drawing/2014/main" id="{6854FFC4-F3AB-CF5D-2021-DE1B6851E6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986" y="1825625"/>
            <a:ext cx="7740028" cy="4351338"/>
          </a:xfrm>
        </p:spPr>
      </p:pic>
    </p:spTree>
    <p:extLst>
      <p:ext uri="{BB962C8B-B14F-4D97-AF65-F5344CB8AC3E}">
        <p14:creationId xmlns:p14="http://schemas.microsoft.com/office/powerpoint/2010/main" val="2535151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9640D-95B0-91D8-08B1-41F8190CF6F2}"/>
              </a:ext>
            </a:extLst>
          </p:cNvPr>
          <p:cNvSpPr>
            <a:spLocks noGrp="1"/>
          </p:cNvSpPr>
          <p:nvPr>
            <p:ph type="title"/>
          </p:nvPr>
        </p:nvSpPr>
        <p:spPr/>
        <p:txBody>
          <a:bodyPr/>
          <a:lstStyle/>
          <a:p>
            <a:r>
              <a:rPr lang="en-US" dirty="0"/>
              <a:t>A Menu!</a:t>
            </a:r>
          </a:p>
        </p:txBody>
      </p:sp>
      <p:pic>
        <p:nvPicPr>
          <p:cNvPr id="5" name="Content Placeholder 4" descr="A screenshot of a game&#10;&#10;AI-generated content may be incorrect.">
            <a:extLst>
              <a:ext uri="{FF2B5EF4-FFF2-40B4-BE49-F238E27FC236}">
                <a16:creationId xmlns:a16="http://schemas.microsoft.com/office/drawing/2014/main" id="{A3C5AE27-C303-BC5E-F78B-FB0519CC6E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937859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9563-9746-62A7-803F-890AA5E834AE}"/>
              </a:ext>
            </a:extLst>
          </p:cNvPr>
          <p:cNvSpPr>
            <a:spLocks noGrp="1"/>
          </p:cNvSpPr>
          <p:nvPr>
            <p:ph type="title"/>
          </p:nvPr>
        </p:nvSpPr>
        <p:spPr/>
        <p:txBody>
          <a:bodyPr/>
          <a:lstStyle/>
          <a:p>
            <a:r>
              <a:rPr lang="en-US" dirty="0"/>
              <a:t>Card Selection Overlap</a:t>
            </a:r>
          </a:p>
        </p:txBody>
      </p:sp>
      <p:pic>
        <p:nvPicPr>
          <p:cNvPr id="5" name="Content Placeholder 4" descr="A screenshot of a game&#10;&#10;AI-generated content may be incorrect.">
            <a:extLst>
              <a:ext uri="{FF2B5EF4-FFF2-40B4-BE49-F238E27FC236}">
                <a16:creationId xmlns:a16="http://schemas.microsoft.com/office/drawing/2014/main" id="{D05A57DA-46A6-33DF-CE19-635F9BE7E0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986" y="1825625"/>
            <a:ext cx="7740028" cy="4351338"/>
          </a:xfrm>
        </p:spPr>
      </p:pic>
    </p:spTree>
    <p:extLst>
      <p:ext uri="{BB962C8B-B14F-4D97-AF65-F5344CB8AC3E}">
        <p14:creationId xmlns:p14="http://schemas.microsoft.com/office/powerpoint/2010/main" val="1417332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23F8-884B-234F-9675-0566BE90C021}"/>
              </a:ext>
            </a:extLst>
          </p:cNvPr>
          <p:cNvSpPr>
            <a:spLocks noGrp="1"/>
          </p:cNvSpPr>
          <p:nvPr>
            <p:ph type="title"/>
          </p:nvPr>
        </p:nvSpPr>
        <p:spPr/>
        <p:txBody>
          <a:bodyPr/>
          <a:lstStyle/>
          <a:p>
            <a:r>
              <a:rPr lang="en-US" dirty="0"/>
              <a:t>Clean Card Selection</a:t>
            </a:r>
          </a:p>
        </p:txBody>
      </p:sp>
      <p:pic>
        <p:nvPicPr>
          <p:cNvPr id="5" name="Content Placeholder 4" descr="A screenshot of a game&#10;&#10;AI-generated content may be incorrect.">
            <a:extLst>
              <a:ext uri="{FF2B5EF4-FFF2-40B4-BE49-F238E27FC236}">
                <a16:creationId xmlns:a16="http://schemas.microsoft.com/office/drawing/2014/main" id="{28FA3615-46CF-FF47-9C93-508CDF858B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269621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C9A4-2C0F-DEE9-659A-2A7A757A54BF}"/>
              </a:ext>
            </a:extLst>
          </p:cNvPr>
          <p:cNvSpPr>
            <a:spLocks noGrp="1"/>
          </p:cNvSpPr>
          <p:nvPr>
            <p:ph type="title"/>
          </p:nvPr>
        </p:nvSpPr>
        <p:spPr>
          <a:xfrm>
            <a:off x="7363326" y="500514"/>
            <a:ext cx="3990474" cy="1645920"/>
          </a:xfrm>
        </p:spPr>
        <p:txBody>
          <a:bodyPr>
            <a:normAutofit fontScale="90000"/>
          </a:bodyPr>
          <a:lstStyle/>
          <a:p>
            <a:r>
              <a:rPr lang="en-US" dirty="0"/>
              <a:t>A before and after with working gameplay!</a:t>
            </a:r>
          </a:p>
        </p:txBody>
      </p:sp>
      <p:pic>
        <p:nvPicPr>
          <p:cNvPr id="5" name="Content Placeholder 4" descr="A screenshot of a game&#10;&#10;AI-generated content may be incorrect.">
            <a:extLst>
              <a:ext uri="{FF2B5EF4-FFF2-40B4-BE49-F238E27FC236}">
                <a16:creationId xmlns:a16="http://schemas.microsoft.com/office/drawing/2014/main" id="{AB27B1C0-F06C-8057-CF2A-CE4289F272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710" y="131396"/>
            <a:ext cx="6446699" cy="3626268"/>
          </a:xfrm>
        </p:spPr>
      </p:pic>
      <p:pic>
        <p:nvPicPr>
          <p:cNvPr id="7" name="Picture 6" descr="A screenshot of a game&#10;&#10;AI-generated content may be incorrect.">
            <a:extLst>
              <a:ext uri="{FF2B5EF4-FFF2-40B4-BE49-F238E27FC236}">
                <a16:creationId xmlns:a16="http://schemas.microsoft.com/office/drawing/2014/main" id="{5FBF544E-68AC-6596-08C3-65CFBC2CD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8088" y="2965583"/>
            <a:ext cx="6446699" cy="3626268"/>
          </a:xfrm>
          <a:prstGeom prst="rect">
            <a:avLst/>
          </a:prstGeom>
        </p:spPr>
      </p:pic>
    </p:spTree>
    <p:extLst>
      <p:ext uri="{BB962C8B-B14F-4D97-AF65-F5344CB8AC3E}">
        <p14:creationId xmlns:p14="http://schemas.microsoft.com/office/powerpoint/2010/main" val="2622326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794DF-AA22-D04E-51D7-AD8616A15E4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C89AFA9-BB02-76E6-35B7-58118F192FAB}"/>
              </a:ext>
            </a:extLst>
          </p:cNvPr>
          <p:cNvSpPr>
            <a:spLocks noGrp="1"/>
          </p:cNvSpPr>
          <p:nvPr>
            <p:ph idx="1"/>
          </p:nvPr>
        </p:nvSpPr>
        <p:spPr/>
        <p:txBody>
          <a:bodyPr/>
          <a:lstStyle/>
          <a:p>
            <a:r>
              <a:rPr lang="en-US" dirty="0"/>
              <a:t>In conclusion this project has been a difficult set of challenges due to the challenges of online learning and the nature of Groupwork. However, I believe our small group has overcome serious challenges even if the current project is barebones. For having so many fundamental challenges and a general lack of participation by Seth and Sinan we have managed to create a working project, with it being compatible with a  multiplayer environment! Regardless of the loss of scope and planned features we accomplished something amazing and created a working game! </a:t>
            </a:r>
          </a:p>
          <a:p>
            <a:endParaRPr lang="en-US" dirty="0"/>
          </a:p>
        </p:txBody>
      </p:sp>
    </p:spTree>
    <p:extLst>
      <p:ext uri="{BB962C8B-B14F-4D97-AF65-F5344CB8AC3E}">
        <p14:creationId xmlns:p14="http://schemas.microsoft.com/office/powerpoint/2010/main" val="4088375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475</Words>
  <Application>Microsoft Office PowerPoint</Application>
  <PresentationFormat>Widescreen</PresentationFormat>
  <Paragraphs>27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Project Demo 2</vt:lpstr>
      <vt:lpstr>Problem Statement</vt:lpstr>
      <vt:lpstr>Business Goals</vt:lpstr>
      <vt:lpstr>Development Tools</vt:lpstr>
      <vt:lpstr>PowerPoint Presentation</vt:lpstr>
      <vt:lpstr>PowerPoint Presentation</vt:lpstr>
      <vt:lpstr>Previous Game board</vt:lpstr>
      <vt:lpstr>New game board</vt:lpstr>
      <vt:lpstr>Bugged UI</vt:lpstr>
      <vt:lpstr>A Menu!</vt:lpstr>
      <vt:lpstr>Card Selection Overlap</vt:lpstr>
      <vt:lpstr>Clean Card Selection</vt:lpstr>
      <vt:lpstr>A before and after with working gameplay!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Iain Fehr</dc:creator>
  <cp:lastModifiedBy>Iain Fehr</cp:lastModifiedBy>
  <cp:revision>3</cp:revision>
  <dcterms:created xsi:type="dcterms:W3CDTF">2025-05-13T00:43:16Z</dcterms:created>
  <dcterms:modified xsi:type="dcterms:W3CDTF">2025-05-13T02:01:50Z</dcterms:modified>
</cp:coreProperties>
</file>